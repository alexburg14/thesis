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9D9D9"/>
    <a:srgbClr val="0666CC"/>
    <a:srgbClr val="E33B2D"/>
    <a:srgbClr val="EA3C31"/>
    <a:srgbClr val="94BD5E"/>
    <a:srgbClr val="526C30"/>
    <a:srgbClr val="CC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2" autoAdjust="0"/>
    <p:restoredTop sz="96532" autoAdjust="0"/>
  </p:normalViewPr>
  <p:slideViewPr>
    <p:cSldViewPr snapToGrid="0">
      <p:cViewPr>
        <p:scale>
          <a:sx n="100" d="100"/>
          <a:sy n="100" d="100"/>
        </p:scale>
        <p:origin x="1050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A89AAA-76F1-4CA0-80AA-F05F7132AB43}" type="datetimeFigureOut">
              <a:rPr lang="en-AU" smtClean="0"/>
              <a:t>25/08/2025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1012EA-23AF-47D3-B1BD-522111E0F38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1903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1012EA-23AF-47D3-B1BD-522111E0F381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55816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1012EA-23AF-47D3-B1BD-522111E0F381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1646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F3B5A-9A3E-B62B-FA57-03E0B0ECB3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0A826C-32EF-2038-5C3B-0B01EB1175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FC681-400E-4953-D306-D45D170D3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86A1F-4A6D-428C-A8C7-676077E82A7D}" type="datetimeFigureOut">
              <a:rPr lang="en-AU" smtClean="0"/>
              <a:t>25/08/2025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003D1-4A46-97DA-D7C4-355B801DB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A8B3E-379B-0BCA-7E7C-1D8616571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97C39-90CC-496C-BEDC-10D0A6A8BB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9308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0088C-526F-B0D2-4463-7055381FB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73D9B-C3F9-D523-820A-46EEF34D50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5647A-5DA1-ED40-D23C-FDAF54FFE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86A1F-4A6D-428C-A8C7-676077E82A7D}" type="datetimeFigureOut">
              <a:rPr lang="en-AU" smtClean="0"/>
              <a:t>25/08/2025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A8DAA-7885-D87E-41FA-3C2D68ECF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71D14-3075-7641-A4E4-769778006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97C39-90CC-496C-BEDC-10D0A6A8BB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8803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7BAFB-ED9E-8322-522E-1382E5D39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CAB219-19FB-E285-BA87-566036134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A4499-D839-540D-2AB3-B3BBF1673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86A1F-4A6D-428C-A8C7-676077E82A7D}" type="datetimeFigureOut">
              <a:rPr lang="en-AU" smtClean="0"/>
              <a:t>25/08/2025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C82BD-E994-6891-71D5-A9C795341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1287C-DA62-17F8-84A8-CA0FD090C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97C39-90CC-496C-BEDC-10D0A6A8BB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0992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A76AE-92BE-3118-3812-DEFF0620A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7593D-4822-37D6-1824-294FB6C0FF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286A28-0370-AD5D-5991-365905DFA6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56C973-EBDF-C621-EE27-0EF687F82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86A1F-4A6D-428C-A8C7-676077E82A7D}" type="datetimeFigureOut">
              <a:rPr lang="en-AU" smtClean="0"/>
              <a:t>25/08/2025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B7F349-261B-B6C3-AD0C-75406AEA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257CC9-43DF-B5A1-BF57-E9CE385B4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97C39-90CC-496C-BEDC-10D0A6A8BB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7025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BA46D-635E-ACCC-DA98-9EC2C32D1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D8AA7-A1A9-6542-9B67-FC4FF5CA54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D99AB4-0CA4-F003-9A1D-363437549A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F1E693-0E1B-9BB8-D665-B8F521B361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4C79F1-3443-E289-95E1-248AF29439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6EA75-490A-4188-71D8-844A20B61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86A1F-4A6D-428C-A8C7-676077E82A7D}" type="datetimeFigureOut">
              <a:rPr lang="en-AU" smtClean="0"/>
              <a:t>25/08/2025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79A879-F0B6-EAF8-E70B-B00309FBB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9C7DF0-73E8-174E-15D9-ACFB0C820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97C39-90CC-496C-BEDC-10D0A6A8BB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6758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503D3-3C0C-6C90-4191-0E6AB32B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89FB8C-0855-D73A-867D-DA9F27E24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86A1F-4A6D-428C-A8C7-676077E82A7D}" type="datetimeFigureOut">
              <a:rPr lang="en-AU" smtClean="0"/>
              <a:t>25/08/2025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CC017C-836E-6315-3D52-02D1B248C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03880C-F920-AEE7-121C-B3AC55DE7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97C39-90CC-496C-BEDC-10D0A6A8BB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5983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2DFD6B-6ECF-FF22-D082-2AF9BB66A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86A1F-4A6D-428C-A8C7-676077E82A7D}" type="datetimeFigureOut">
              <a:rPr lang="en-AU" smtClean="0"/>
              <a:t>25/08/2025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1FFD44-893F-72B8-ACFA-894EE530D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DB30D-9C7C-748B-D0FC-1D597EB15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97C39-90CC-496C-BEDC-10D0A6A8BB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428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65152-6B63-EE64-1A12-D18A77D5F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90024-F8A9-C034-170F-8794EC6B0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7010BD-8074-0604-FBD5-7448AFF923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2879D-B0D6-B74D-5E71-61508F0AB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86A1F-4A6D-428C-A8C7-676077E82A7D}" type="datetimeFigureOut">
              <a:rPr lang="en-AU" smtClean="0"/>
              <a:t>25/08/2025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4E0C1A-02FB-9103-FA54-F01F3E572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16E0C3-A097-6B7C-5678-5BAAABEF2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97C39-90CC-496C-BEDC-10D0A6A8BB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1827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55C9A-A4F9-41F2-280E-EAE5CED17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AEE1AE-B0EF-2E6A-8DB4-01CC32DF67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AFA687-92B1-B581-A155-23482DDE30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31C366-DCE6-52EF-9C09-AC72B4E3B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86A1F-4A6D-428C-A8C7-676077E82A7D}" type="datetimeFigureOut">
              <a:rPr lang="en-AU" smtClean="0"/>
              <a:t>25/08/2025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CAED81-F7F3-2675-3599-9AA6AF39F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8AA73-C51E-2A3B-B4CC-CC861D536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97C39-90CC-496C-BEDC-10D0A6A8BB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0201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3FCB2-B4AB-85EE-FADB-0FD97CB58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E75DEC-7F9E-3504-1944-6BC36AB51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649FF-CC7D-C3BD-0CD2-ADCA58821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86A1F-4A6D-428C-A8C7-676077E82A7D}" type="datetimeFigureOut">
              <a:rPr lang="en-AU" smtClean="0"/>
              <a:t>25/08/2025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5681E-213F-6D0E-0084-08AD8097F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ED6F6-3A2E-D16F-9690-3D9C070AE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97C39-90CC-496C-BEDC-10D0A6A8BB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7634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449A6C-77CA-97E6-B1DC-EB7643C53A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B4ABA6-96F5-0E04-625E-05E35EE614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E3118-1BB2-1824-3AE5-668899CAE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86A1F-4A6D-428C-A8C7-676077E82A7D}" type="datetimeFigureOut">
              <a:rPr lang="en-AU" smtClean="0"/>
              <a:t>25/08/2025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42F6D-537C-DE64-D826-7FA9B8A56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9B6FF-87C3-6442-B36F-F31227D30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97C39-90CC-496C-BEDC-10D0A6A8BB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3152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FA2896-1D78-A25C-F9E8-B4B75DFF8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44B03A-189E-1063-2188-9606A500AB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016388-54B1-81A7-33C7-F6E038DE5F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C86A1F-4A6D-428C-A8C7-676077E82A7D}" type="datetimeFigureOut">
              <a:rPr lang="en-AU" smtClean="0"/>
              <a:t>25/08/2025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1939A-AF61-3CD1-AAA4-D142034745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DBEE7-6A54-FDE9-85D2-6E8FC6B90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197C39-90CC-496C-BEDC-10D0A6A8BB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9235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AEB5BB-ED84-B5DF-36A8-AB61A8D736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778" y="-197360"/>
            <a:ext cx="11394407" cy="705536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D129D3A-06E9-0117-5B98-5E6DA9670C05}"/>
              </a:ext>
            </a:extLst>
          </p:cNvPr>
          <p:cNvSpPr/>
          <p:nvPr/>
        </p:nvSpPr>
        <p:spPr>
          <a:xfrm>
            <a:off x="3471863" y="2919413"/>
            <a:ext cx="100012" cy="123825"/>
          </a:xfrm>
          <a:prstGeom prst="rect">
            <a:avLst/>
          </a:prstGeom>
          <a:solidFill>
            <a:srgbClr val="94BD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0C9725-1D43-D64B-B887-163C2C282371}"/>
              </a:ext>
            </a:extLst>
          </p:cNvPr>
          <p:cNvSpPr/>
          <p:nvPr/>
        </p:nvSpPr>
        <p:spPr>
          <a:xfrm>
            <a:off x="8678334" y="3584449"/>
            <a:ext cx="1692888" cy="801283"/>
          </a:xfrm>
          <a:prstGeom prst="rect">
            <a:avLst/>
          </a:prstGeom>
          <a:solidFill>
            <a:srgbClr val="CCCC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WAS WAR DAS NOCHMAL?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3C06C8-57A0-84D4-65A8-8FE5E0933CA5}"/>
              </a:ext>
            </a:extLst>
          </p:cNvPr>
          <p:cNvSpPr/>
          <p:nvPr/>
        </p:nvSpPr>
        <p:spPr>
          <a:xfrm>
            <a:off x="7860632" y="5257800"/>
            <a:ext cx="3433010" cy="661737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PC</a:t>
            </a:r>
          </a:p>
          <a:p>
            <a:pPr algn="ctr"/>
            <a:r>
              <a:rPr lang="en-AU" dirty="0">
                <a:solidFill>
                  <a:schemeClr val="tx1"/>
                </a:solidFill>
              </a:rPr>
              <a:t>Control and Measurement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8866DF-E1E8-25AC-236D-886EF28FDA03}"/>
              </a:ext>
            </a:extLst>
          </p:cNvPr>
          <p:cNvSpPr/>
          <p:nvPr/>
        </p:nvSpPr>
        <p:spPr>
          <a:xfrm>
            <a:off x="2695074" y="5077326"/>
            <a:ext cx="1235242" cy="1299411"/>
          </a:xfrm>
          <a:prstGeom prst="rect">
            <a:avLst/>
          </a:prstGeom>
          <a:solidFill>
            <a:srgbClr val="94BD5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Power Supply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9D6EB6-DBA3-E951-EA9F-C93E6A4A0DAF}"/>
              </a:ext>
            </a:extLst>
          </p:cNvPr>
          <p:cNvSpPr/>
          <p:nvPr/>
        </p:nvSpPr>
        <p:spPr>
          <a:xfrm>
            <a:off x="3324924" y="2743200"/>
            <a:ext cx="725582" cy="238125"/>
          </a:xfrm>
          <a:prstGeom prst="rect">
            <a:avLst/>
          </a:prstGeom>
          <a:solidFill>
            <a:srgbClr val="94BD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Coil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8B91B7E-2E2F-FDEC-3CD5-1B0F4BC52A01}"/>
              </a:ext>
            </a:extLst>
          </p:cNvPr>
          <p:cNvSpPr/>
          <p:nvPr/>
        </p:nvSpPr>
        <p:spPr>
          <a:xfrm>
            <a:off x="3930316" y="2952750"/>
            <a:ext cx="143848" cy="48759"/>
          </a:xfrm>
          <a:custGeom>
            <a:avLst/>
            <a:gdLst>
              <a:gd name="connsiteX0" fmla="*/ 603 w 156817"/>
              <a:gd name="connsiteY0" fmla="*/ 28575 h 55109"/>
              <a:gd name="connsiteX1" fmla="*/ 16478 w 156817"/>
              <a:gd name="connsiteY1" fmla="*/ 25400 h 55109"/>
              <a:gd name="connsiteX2" fmla="*/ 38703 w 156817"/>
              <a:gd name="connsiteY2" fmla="*/ 19050 h 55109"/>
              <a:gd name="connsiteX3" fmla="*/ 73628 w 156817"/>
              <a:gd name="connsiteY3" fmla="*/ 12700 h 55109"/>
              <a:gd name="connsiteX4" fmla="*/ 99028 w 156817"/>
              <a:gd name="connsiteY4" fmla="*/ 6350 h 55109"/>
              <a:gd name="connsiteX5" fmla="*/ 140303 w 156817"/>
              <a:gd name="connsiteY5" fmla="*/ 0 h 55109"/>
              <a:gd name="connsiteX6" fmla="*/ 156178 w 156817"/>
              <a:gd name="connsiteY6" fmla="*/ 19050 h 55109"/>
              <a:gd name="connsiteX7" fmla="*/ 137128 w 156817"/>
              <a:gd name="connsiteY7" fmla="*/ 31750 h 55109"/>
              <a:gd name="connsiteX8" fmla="*/ 73628 w 156817"/>
              <a:gd name="connsiteY8" fmla="*/ 44450 h 55109"/>
              <a:gd name="connsiteX9" fmla="*/ 38703 w 156817"/>
              <a:gd name="connsiteY9" fmla="*/ 53975 h 55109"/>
              <a:gd name="connsiteX10" fmla="*/ 603 w 156817"/>
              <a:gd name="connsiteY10" fmla="*/ 28575 h 55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56817" h="55109">
                <a:moveTo>
                  <a:pt x="603" y="28575"/>
                </a:moveTo>
                <a:cubicBezTo>
                  <a:pt x="-3101" y="23813"/>
                  <a:pt x="11243" y="26709"/>
                  <a:pt x="16478" y="25400"/>
                </a:cubicBezTo>
                <a:cubicBezTo>
                  <a:pt x="40687" y="19348"/>
                  <a:pt x="9009" y="24989"/>
                  <a:pt x="38703" y="19050"/>
                </a:cubicBezTo>
                <a:cubicBezTo>
                  <a:pt x="50306" y="16729"/>
                  <a:pt x="62049" y="15138"/>
                  <a:pt x="73628" y="12700"/>
                </a:cubicBezTo>
                <a:cubicBezTo>
                  <a:pt x="82168" y="10902"/>
                  <a:pt x="90494" y="8179"/>
                  <a:pt x="99028" y="6350"/>
                </a:cubicBezTo>
                <a:cubicBezTo>
                  <a:pt x="107839" y="4462"/>
                  <a:pt x="132189" y="1159"/>
                  <a:pt x="140303" y="0"/>
                </a:cubicBezTo>
                <a:cubicBezTo>
                  <a:pt x="144023" y="2480"/>
                  <a:pt x="160206" y="10993"/>
                  <a:pt x="156178" y="19050"/>
                </a:cubicBezTo>
                <a:cubicBezTo>
                  <a:pt x="152765" y="25876"/>
                  <a:pt x="144241" y="28984"/>
                  <a:pt x="137128" y="31750"/>
                </a:cubicBezTo>
                <a:cubicBezTo>
                  <a:pt x="115160" y="40293"/>
                  <a:pt x="96108" y="41640"/>
                  <a:pt x="73628" y="44450"/>
                </a:cubicBezTo>
                <a:cubicBezTo>
                  <a:pt x="48677" y="56925"/>
                  <a:pt x="74401" y="45737"/>
                  <a:pt x="38703" y="53975"/>
                </a:cubicBezTo>
                <a:cubicBezTo>
                  <a:pt x="8286" y="60994"/>
                  <a:pt x="4307" y="33337"/>
                  <a:pt x="603" y="28575"/>
                </a:cubicBezTo>
                <a:close/>
              </a:path>
            </a:pathLst>
          </a:custGeom>
          <a:solidFill>
            <a:srgbClr val="E33B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4DEB147-FDB5-25EF-B5BA-A97A1AFF8B86}"/>
              </a:ext>
            </a:extLst>
          </p:cNvPr>
          <p:cNvSpPr/>
          <p:nvPr/>
        </p:nvSpPr>
        <p:spPr>
          <a:xfrm>
            <a:off x="5859238" y="2650143"/>
            <a:ext cx="887722" cy="351366"/>
          </a:xfrm>
          <a:prstGeom prst="rect">
            <a:avLst/>
          </a:prstGeom>
          <a:solidFill>
            <a:srgbClr val="94BD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Coil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2E1264-6B4B-29E8-5C2F-DF6F4307BF49}"/>
              </a:ext>
            </a:extLst>
          </p:cNvPr>
          <p:cNvSpPr/>
          <p:nvPr/>
        </p:nvSpPr>
        <p:spPr>
          <a:xfrm>
            <a:off x="2116666" y="355600"/>
            <a:ext cx="1744134" cy="3535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rgbClr val="FF0000"/>
                </a:solidFill>
              </a:rPr>
              <a:t>Coaxial cable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37ABC9-41A4-9D8D-B4CB-3E9FE94C9868}"/>
              </a:ext>
            </a:extLst>
          </p:cNvPr>
          <p:cNvSpPr/>
          <p:nvPr/>
        </p:nvSpPr>
        <p:spPr>
          <a:xfrm>
            <a:off x="1459832" y="926168"/>
            <a:ext cx="1633175" cy="724831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VNA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F6B408-81D6-6C37-ACAE-2256CB693A92}"/>
              </a:ext>
            </a:extLst>
          </p:cNvPr>
          <p:cNvSpPr/>
          <p:nvPr/>
        </p:nvSpPr>
        <p:spPr>
          <a:xfrm>
            <a:off x="5486704" y="1146302"/>
            <a:ext cx="745067" cy="7248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F2DD8C6-3C33-5774-1310-FD94694C44E5}"/>
              </a:ext>
            </a:extLst>
          </p:cNvPr>
          <p:cNvSpPr/>
          <p:nvPr/>
        </p:nvSpPr>
        <p:spPr>
          <a:xfrm>
            <a:off x="941721" y="2227919"/>
            <a:ext cx="1403545" cy="7248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accent6">
                    <a:lumMod val="50000"/>
                  </a:schemeClr>
                </a:solidFill>
              </a:rPr>
              <a:t>Coplanar waveguide (CPW)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F825858-B3AD-A6FF-C360-160C1112C980}"/>
              </a:ext>
            </a:extLst>
          </p:cNvPr>
          <p:cNvSpPr/>
          <p:nvPr/>
        </p:nvSpPr>
        <p:spPr>
          <a:xfrm>
            <a:off x="1087298" y="1737267"/>
            <a:ext cx="1257968" cy="45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Pole piece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878841-C82B-E50F-0A9E-4D0C7FEF9573}"/>
              </a:ext>
            </a:extLst>
          </p:cNvPr>
          <p:cNvSpPr/>
          <p:nvPr/>
        </p:nvSpPr>
        <p:spPr>
          <a:xfrm>
            <a:off x="740165" y="3330320"/>
            <a:ext cx="1605101" cy="6574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rgbClr val="FF0000"/>
                </a:solidFill>
              </a:rPr>
              <a:t>Modulation coil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B895AE5-25C7-FDDF-9A82-D1DFD3E671D2}"/>
              </a:ext>
            </a:extLst>
          </p:cNvPr>
          <p:cNvSpPr/>
          <p:nvPr/>
        </p:nvSpPr>
        <p:spPr>
          <a:xfrm>
            <a:off x="8654717" y="1566182"/>
            <a:ext cx="506216" cy="304951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In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60FE2EF-7FA9-F06F-B818-FAECFD80BC2D}"/>
              </a:ext>
            </a:extLst>
          </p:cNvPr>
          <p:cNvSpPr/>
          <p:nvPr/>
        </p:nvSpPr>
        <p:spPr>
          <a:xfrm>
            <a:off x="9160932" y="2690989"/>
            <a:ext cx="887721" cy="304951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Ref out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CD2FE95-9681-1D5A-EB73-C4F9E92120C4}"/>
              </a:ext>
            </a:extLst>
          </p:cNvPr>
          <p:cNvSpPr/>
          <p:nvPr/>
        </p:nvSpPr>
        <p:spPr>
          <a:xfrm>
            <a:off x="8823006" y="1895373"/>
            <a:ext cx="1403544" cy="724831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Lock-in amplifier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E41CB9-A5EC-B57C-19F9-5E391EA0776F}"/>
              </a:ext>
            </a:extLst>
          </p:cNvPr>
          <p:cNvSpPr/>
          <p:nvPr/>
        </p:nvSpPr>
        <p:spPr>
          <a:xfrm>
            <a:off x="9822670" y="1584791"/>
            <a:ext cx="548551" cy="304951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Out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429B36A-D763-43B5-8AE2-53A933F66CFD}"/>
              </a:ext>
            </a:extLst>
          </p:cNvPr>
          <p:cNvSpPr/>
          <p:nvPr/>
        </p:nvSpPr>
        <p:spPr>
          <a:xfrm>
            <a:off x="4538438" y="3301935"/>
            <a:ext cx="948266" cy="2541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rgbClr val="0666CC"/>
                </a:solidFill>
              </a:rPr>
              <a:t>Sample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613C86F-1AA2-39C2-7C62-57578BC9A124}"/>
              </a:ext>
            </a:extLst>
          </p:cNvPr>
          <p:cNvSpPr/>
          <p:nvPr/>
        </p:nvSpPr>
        <p:spPr>
          <a:xfrm>
            <a:off x="7002238" y="693251"/>
            <a:ext cx="1125762" cy="724831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Gauss Meter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85C7E9D-9380-8EAF-6E4A-A68C13F286A8}"/>
              </a:ext>
            </a:extLst>
          </p:cNvPr>
          <p:cNvSpPr/>
          <p:nvPr/>
        </p:nvSpPr>
        <p:spPr>
          <a:xfrm>
            <a:off x="9050726" y="421471"/>
            <a:ext cx="1320495" cy="7248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Schottky diode</a:t>
            </a:r>
          </a:p>
        </p:txBody>
      </p:sp>
    </p:spTree>
    <p:extLst>
      <p:ext uri="{BB962C8B-B14F-4D97-AF65-F5344CB8AC3E}">
        <p14:creationId xmlns:p14="http://schemas.microsoft.com/office/powerpoint/2010/main" val="1848858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FA75C-ECA4-3D40-8981-8AA8F5797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C43BC2-D319-5AFA-DB1D-C13DDF2B0E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110" y="561793"/>
            <a:ext cx="7236670" cy="5734414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732EFD5-4847-AE4D-D04A-4052A0868513}"/>
              </a:ext>
            </a:extLst>
          </p:cNvPr>
          <p:cNvSpPr/>
          <p:nvPr/>
        </p:nvSpPr>
        <p:spPr>
          <a:xfrm>
            <a:off x="2254469" y="2853558"/>
            <a:ext cx="2869324" cy="57544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chemeClr val="tx1"/>
                </a:solidFill>
              </a:rPr>
              <a:t>Dose in 100 µC/cm² :</a:t>
            </a:r>
          </a:p>
        </p:txBody>
      </p:sp>
    </p:spTree>
    <p:extLst>
      <p:ext uri="{BB962C8B-B14F-4D97-AF65-F5344CB8AC3E}">
        <p14:creationId xmlns:p14="http://schemas.microsoft.com/office/powerpoint/2010/main" val="721087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01B82-3928-5EA4-8BF1-CF6337BC5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797B0B-0C25-495D-5AA7-4F39577442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40" r="23661"/>
          <a:stretch>
            <a:fillRect/>
          </a:stretch>
        </p:blipFill>
        <p:spPr>
          <a:xfrm>
            <a:off x="1049957" y="1117553"/>
            <a:ext cx="10157409" cy="4199032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1306876-EB06-5530-A153-82106BC04B1D}"/>
              </a:ext>
            </a:extLst>
          </p:cNvPr>
          <p:cNvSpPr/>
          <p:nvPr/>
        </p:nvSpPr>
        <p:spPr>
          <a:xfrm>
            <a:off x="3714750" y="4759372"/>
            <a:ext cx="771525" cy="3524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DDA7C1-6D6A-6978-ECCA-008BEF6106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6484"/>
          <a:stretch>
            <a:fillRect/>
          </a:stretch>
        </p:blipFill>
        <p:spPr>
          <a:xfrm>
            <a:off x="82211" y="1117553"/>
            <a:ext cx="967746" cy="4199032"/>
          </a:xfrm>
          <a:prstGeom prst="rect">
            <a:avLst/>
          </a:prstGeom>
        </p:spPr>
      </p:pic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24153208-FFC0-4EB9-F5EB-C9C8F164B7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89" t="10166" r="2499" b="73802"/>
          <a:stretch>
            <a:fillRect/>
          </a:stretch>
        </p:blipFill>
        <p:spPr>
          <a:xfrm>
            <a:off x="8373618" y="1681162"/>
            <a:ext cx="2768425" cy="10239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07BA257-2D46-A1D8-123A-D8D7F72CFF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463"/>
          <a:stretch>
            <a:fillRect/>
          </a:stretch>
        </p:blipFill>
        <p:spPr>
          <a:xfrm>
            <a:off x="11216307" y="1120129"/>
            <a:ext cx="698500" cy="41964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AEA77FA-7C4C-39C7-61DF-7EE3DEECBA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28" t="86172" r="48047" b="5443"/>
          <a:stretch>
            <a:fillRect/>
          </a:stretch>
        </p:blipFill>
        <p:spPr>
          <a:xfrm>
            <a:off x="5649428" y="4929004"/>
            <a:ext cx="893143" cy="365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247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37532-B422-93F9-7B6B-FB6FD4D50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025E42-F576-C60E-807D-D6A8B681EE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89" t="10166" r="2499" b="73802"/>
          <a:stretch>
            <a:fillRect/>
          </a:stretch>
        </p:blipFill>
        <p:spPr>
          <a:xfrm>
            <a:off x="10396538" y="3357563"/>
            <a:ext cx="695325" cy="25717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E75A0E-092A-5630-FD89-B9138EE647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463"/>
          <a:stretch>
            <a:fillRect/>
          </a:stretch>
        </p:blipFill>
        <p:spPr>
          <a:xfrm>
            <a:off x="11882437" y="2499102"/>
            <a:ext cx="309563" cy="18597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B02B5E-A6EE-18D3-B594-725950A1D2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28" t="86172" r="48047" b="5443"/>
          <a:stretch>
            <a:fillRect/>
          </a:stretch>
        </p:blipFill>
        <p:spPr>
          <a:xfrm>
            <a:off x="5953124" y="4101722"/>
            <a:ext cx="381001" cy="15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068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CE73BA-B036-19C8-B94A-7F26F9A8C0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147" r="24845" b="63900"/>
          <a:stretch>
            <a:fillRect/>
          </a:stretch>
        </p:blipFill>
        <p:spPr>
          <a:xfrm>
            <a:off x="3403159" y="1406560"/>
            <a:ext cx="5087554" cy="4063933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6814FB3-3228-2273-99F5-B62C5AA15DCD}"/>
              </a:ext>
            </a:extLst>
          </p:cNvPr>
          <p:cNvSpPr/>
          <p:nvPr/>
        </p:nvSpPr>
        <p:spPr>
          <a:xfrm>
            <a:off x="4651513" y="1586285"/>
            <a:ext cx="238539" cy="3260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8CB6DE-7289-D4BB-5953-67B778AEA9DB}"/>
              </a:ext>
            </a:extLst>
          </p:cNvPr>
          <p:cNvSpPr/>
          <p:nvPr/>
        </p:nvSpPr>
        <p:spPr>
          <a:xfrm>
            <a:off x="4954987" y="5125437"/>
            <a:ext cx="793806" cy="3260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6D5D220-8069-58FD-6A5E-B8241B9249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4" t="6609" r="89233" b="68348"/>
          <a:stretch>
            <a:fillRect/>
          </a:stretch>
        </p:blipFill>
        <p:spPr>
          <a:xfrm>
            <a:off x="2464905" y="2151783"/>
            <a:ext cx="979290" cy="28203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CD51B88-68C6-F6F9-08F8-792C58D0E9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367" b="66377"/>
          <a:stretch>
            <a:fillRect/>
          </a:stretch>
        </p:blipFill>
        <p:spPr>
          <a:xfrm>
            <a:off x="8496180" y="1408207"/>
            <a:ext cx="393377" cy="37801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A1BE2BC-2051-A542-AEF6-C17DA82A5B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060" t="70990" r="2576" b="17546"/>
          <a:stretch>
            <a:fillRect/>
          </a:stretch>
        </p:blipFill>
        <p:spPr>
          <a:xfrm>
            <a:off x="3682092" y="3984171"/>
            <a:ext cx="1649187" cy="73478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124C1AB-FF21-9B1F-0E57-44154A9D5C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28" t="86172" r="48047" b="5443"/>
          <a:stretch>
            <a:fillRect/>
          </a:stretch>
        </p:blipFill>
        <p:spPr>
          <a:xfrm>
            <a:off x="5649428" y="5125437"/>
            <a:ext cx="893143" cy="365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550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6C162-E01E-801B-1724-CAF75A908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EF35EA-D892-83CF-CBBF-5517311F52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" t="48159"/>
          <a:stretch>
            <a:fillRect/>
          </a:stretch>
        </p:blipFill>
        <p:spPr>
          <a:xfrm>
            <a:off x="838200" y="2011681"/>
            <a:ext cx="5065875" cy="3688204"/>
          </a:xfr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0B10C5FC-FE21-171F-2584-C896BB450A30}"/>
              </a:ext>
            </a:extLst>
          </p:cNvPr>
          <p:cNvGrpSpPr/>
          <p:nvPr/>
        </p:nvGrpSpPr>
        <p:grpSpPr>
          <a:xfrm>
            <a:off x="5773083" y="1908873"/>
            <a:ext cx="5143504" cy="3893819"/>
            <a:chOff x="6370315" y="2011681"/>
            <a:chExt cx="4572009" cy="340246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3930166-0878-4D3C-15D8-33674E0F1B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2391"/>
            <a:stretch>
              <a:fillRect/>
            </a:stretch>
          </p:blipFill>
          <p:spPr>
            <a:xfrm>
              <a:off x="6370315" y="2011681"/>
              <a:ext cx="4572009" cy="3047344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8F79A34-9E60-0237-0625-6BD58CF6AB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084" t="92205" r="-1"/>
            <a:stretch>
              <a:fillRect/>
            </a:stretch>
          </p:blipFill>
          <p:spPr>
            <a:xfrm>
              <a:off x="7334250" y="4915200"/>
              <a:ext cx="3608074" cy="4989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5237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3EC345-A083-0CF3-4F72-3AE929EE18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2494" y="3716354"/>
            <a:ext cx="4225354" cy="303380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B53650-6535-B9D3-9050-0F8A9FBFE6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48" y="1340882"/>
            <a:ext cx="4108480" cy="36739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775E3D-9101-5F5D-2B24-5D794F28C0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6534" y="539250"/>
            <a:ext cx="2766559" cy="27556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F2B3C9-43E0-4F62-FB2A-32686C3673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5" t="-1" r="1455" b="2090"/>
          <a:stretch>
            <a:fillRect/>
          </a:stretch>
        </p:blipFill>
        <p:spPr>
          <a:xfrm>
            <a:off x="7302494" y="539250"/>
            <a:ext cx="4108479" cy="29494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A06B218-BA53-46EF-95A8-A4D0F491FC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625" y="3716354"/>
            <a:ext cx="2766558" cy="2744732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6CB3617-A165-5329-8F28-E816AB337F1E}"/>
              </a:ext>
            </a:extLst>
          </p:cNvPr>
          <p:cNvCxnSpPr/>
          <p:nvPr/>
        </p:nvCxnSpPr>
        <p:spPr>
          <a:xfrm>
            <a:off x="4930769" y="1340882"/>
            <a:ext cx="1363436" cy="40821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82E6028-BD8F-31DA-FFD0-053FF03DB0E6}"/>
              </a:ext>
            </a:extLst>
          </p:cNvPr>
          <p:cNvCxnSpPr>
            <a:cxnSpLocks/>
          </p:cNvCxnSpPr>
          <p:nvPr/>
        </p:nvCxnSpPr>
        <p:spPr>
          <a:xfrm>
            <a:off x="4972387" y="4754481"/>
            <a:ext cx="1260022" cy="4572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4239896-1E97-91C1-EEAD-3F0061CF3918}"/>
              </a:ext>
            </a:extLst>
          </p:cNvPr>
          <p:cNvSpPr txBox="1"/>
          <p:nvPr/>
        </p:nvSpPr>
        <p:spPr>
          <a:xfrm>
            <a:off x="4426624" y="175396"/>
            <a:ext cx="2371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2a)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8DDD91-2F19-0080-D8B5-4541866B026B}"/>
              </a:ext>
            </a:extLst>
          </p:cNvPr>
          <p:cNvSpPr txBox="1"/>
          <p:nvPr/>
        </p:nvSpPr>
        <p:spPr>
          <a:xfrm>
            <a:off x="7509999" y="211964"/>
            <a:ext cx="2371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2b)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58871ED-A162-69B3-31D0-55A50A9CE74F}"/>
              </a:ext>
            </a:extLst>
          </p:cNvPr>
          <p:cNvSpPr txBox="1"/>
          <p:nvPr/>
        </p:nvSpPr>
        <p:spPr>
          <a:xfrm>
            <a:off x="7510000" y="3366072"/>
            <a:ext cx="2371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3b)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1A8C538-76E6-C78E-E87A-C978E6E860D1}"/>
              </a:ext>
            </a:extLst>
          </p:cNvPr>
          <p:cNvSpPr txBox="1"/>
          <p:nvPr/>
        </p:nvSpPr>
        <p:spPr>
          <a:xfrm>
            <a:off x="4416534" y="3347022"/>
            <a:ext cx="2371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3a)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1CF1DC1-66E4-705E-D7B4-D4EB3081F6B2}"/>
              </a:ext>
            </a:extLst>
          </p:cNvPr>
          <p:cNvSpPr txBox="1"/>
          <p:nvPr/>
        </p:nvSpPr>
        <p:spPr>
          <a:xfrm>
            <a:off x="100548" y="971550"/>
            <a:ext cx="2371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1)</a:t>
            </a:r>
          </a:p>
        </p:txBody>
      </p:sp>
    </p:spTree>
    <p:extLst>
      <p:ext uri="{BB962C8B-B14F-4D97-AF65-F5344CB8AC3E}">
        <p14:creationId xmlns:p14="http://schemas.microsoft.com/office/powerpoint/2010/main" val="1979390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55</Words>
  <Application>Microsoft Office PowerPoint</Application>
  <PresentationFormat>Widescreen</PresentationFormat>
  <Paragraphs>26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Burg</dc:creator>
  <cp:lastModifiedBy>Alex Burg</cp:lastModifiedBy>
  <cp:revision>4</cp:revision>
  <dcterms:created xsi:type="dcterms:W3CDTF">2025-08-22T20:04:05Z</dcterms:created>
  <dcterms:modified xsi:type="dcterms:W3CDTF">2025-08-25T22:23:49Z</dcterms:modified>
</cp:coreProperties>
</file>