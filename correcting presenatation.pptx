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  <a:srgbClr val="0666CC"/>
    <a:srgbClr val="E33B2D"/>
    <a:srgbClr val="EA3C31"/>
    <a:srgbClr val="94BD5E"/>
    <a:srgbClr val="526C30"/>
    <a:srgbClr val="CC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50895" autoAdjust="0"/>
  </p:normalViewPr>
  <p:slideViewPr>
    <p:cSldViewPr snapToGrid="0">
      <p:cViewPr varScale="1">
        <p:scale>
          <a:sx n="61" d="100"/>
          <a:sy n="61" d="100"/>
        </p:scale>
        <p:origin x="256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A89AAA-76F1-4CA0-80AA-F05F7132AB43}" type="datetimeFigureOut">
              <a:rPr lang="en-AU" smtClean="0"/>
              <a:t>22/08/2025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1012EA-23AF-47D3-B1BD-522111E0F38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11903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1012EA-23AF-47D3-B1BD-522111E0F381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755816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F3B5A-9A3E-B62B-FA57-03E0B0ECB3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0A826C-32EF-2038-5C3B-0B01EB1175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9FC681-400E-4953-D306-D45D170D3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86A1F-4A6D-428C-A8C7-676077E82A7D}" type="datetimeFigureOut">
              <a:rPr lang="en-AU" smtClean="0"/>
              <a:t>22/08/2025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B003D1-4A46-97DA-D7C4-355B801D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A8B3E-379B-0BCA-7E7C-1D8616571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293080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0088C-526F-B0D2-4463-7055381FB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73D9B-C3F9-D523-820A-46EEF34D5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5647A-5DA1-ED40-D23C-FDAF54FFE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86A1F-4A6D-428C-A8C7-676077E82A7D}" type="datetimeFigureOut">
              <a:rPr lang="en-AU" smtClean="0"/>
              <a:t>22/08/2025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8A8DAA-7885-D87E-41FA-3C2D68ECF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371D14-3075-7641-A4E4-769778006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08803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7BAFB-ED9E-8322-522E-1382E5D39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CAB219-19FB-E285-BA87-5660361349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A4499-D839-540D-2AB3-B3BBF1673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86A1F-4A6D-428C-A8C7-676077E82A7D}" type="datetimeFigureOut">
              <a:rPr lang="en-AU" smtClean="0"/>
              <a:t>22/08/2025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6C82BD-E994-6891-71D5-A9C795341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C1287C-DA62-17F8-84A8-CA0FD090C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10992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A76AE-92BE-3118-3812-DEFF0620A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57593D-4822-37D6-1824-294FB6C0FF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286A28-0370-AD5D-5991-365905DFA6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56C973-EBDF-C621-EE27-0EF687F82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86A1F-4A6D-428C-A8C7-676077E82A7D}" type="datetimeFigureOut">
              <a:rPr lang="en-AU" smtClean="0"/>
              <a:t>22/08/2025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B7F349-261B-B6C3-AD0C-75406AEAC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257CC9-43DF-B5A1-BF57-E9CE385B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7025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BA46D-635E-ACCC-DA98-9EC2C32D1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D8AA7-A1A9-6542-9B67-FC4FF5CA54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D99AB4-0CA4-F003-9A1D-363437549A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F1E693-0E1B-9BB8-D665-B8F521B361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4C79F1-3443-E289-95E1-248AF29439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6EA75-490A-4188-71D8-844A20B61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86A1F-4A6D-428C-A8C7-676077E82A7D}" type="datetimeFigureOut">
              <a:rPr lang="en-AU" smtClean="0"/>
              <a:t>22/08/2025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79A879-F0B6-EAF8-E70B-B00309FBB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9C7DF0-73E8-174E-15D9-ACFB0C82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6758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503D3-3C0C-6C90-4191-0E6AB32B3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89FB8C-0855-D73A-867D-DA9F27E24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86A1F-4A6D-428C-A8C7-676077E82A7D}" type="datetimeFigureOut">
              <a:rPr lang="en-AU" smtClean="0"/>
              <a:t>22/08/2025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CC017C-836E-6315-3D52-02D1B248C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03880C-F920-AEE7-121C-B3AC55DE7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55983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2DFD6B-6ECF-FF22-D082-2AF9BB66A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86A1F-4A6D-428C-A8C7-676077E82A7D}" type="datetimeFigureOut">
              <a:rPr lang="en-AU" smtClean="0"/>
              <a:t>22/08/2025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1FFD44-893F-72B8-ACFA-894EE530D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DB30D-9C7C-748B-D0FC-1D597EB15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4289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65152-6B63-EE64-1A12-D18A77D5F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390024-F8A9-C034-170F-8794EC6B04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7010BD-8074-0604-FBD5-7448AFF923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22879D-B0D6-B74D-5E71-61508F0AB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86A1F-4A6D-428C-A8C7-676077E82A7D}" type="datetimeFigureOut">
              <a:rPr lang="en-AU" smtClean="0"/>
              <a:t>22/08/2025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4E0C1A-02FB-9103-FA54-F01F3E572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16E0C3-A097-6B7C-5678-5BAAABEF2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1827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55C9A-A4F9-41F2-280E-EAE5CED17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AEE1AE-B0EF-2E6A-8DB4-01CC32DF67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AFA687-92B1-B581-A155-23482DDE30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31C366-DCE6-52EF-9C09-AC72B4E3B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86A1F-4A6D-428C-A8C7-676077E82A7D}" type="datetimeFigureOut">
              <a:rPr lang="en-AU" smtClean="0"/>
              <a:t>22/08/2025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CAED81-F7F3-2675-3599-9AA6AF39F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38AA73-C51E-2A3B-B4CC-CC861D536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02015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3FCB2-B4AB-85EE-FADB-0FD97CB58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E75DEC-7F9E-3504-1944-6BC36AB510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A649FF-CC7D-C3BD-0CD2-ADCA58821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86A1F-4A6D-428C-A8C7-676077E82A7D}" type="datetimeFigureOut">
              <a:rPr lang="en-AU" smtClean="0"/>
              <a:t>22/08/2025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55681E-213F-6D0E-0084-08AD8097F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2ED6F6-3A2E-D16F-9690-3D9C070AE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27634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449A6C-77CA-97E6-B1DC-EB7643C53A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B4ABA6-96F5-0E04-625E-05E35EE61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CE3118-1BB2-1824-3AE5-668899CAE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86A1F-4A6D-428C-A8C7-676077E82A7D}" type="datetimeFigureOut">
              <a:rPr lang="en-AU" smtClean="0"/>
              <a:t>22/08/2025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F42F6D-537C-DE64-D826-7FA9B8A56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39B6FF-87C3-6442-B36F-F31227D30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03152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FA2896-1D78-A25C-F9E8-B4B75DFF8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44B03A-189E-1063-2188-9606A500AB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016388-54B1-81A7-33C7-F6E038DE5F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C86A1F-4A6D-428C-A8C7-676077E82A7D}" type="datetimeFigureOut">
              <a:rPr lang="en-AU" smtClean="0"/>
              <a:t>22/08/2025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1939A-AF61-3CD1-AAA4-D142034745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BEE7-6A54-FDE9-85D2-6E8FC6B90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197C39-90CC-496C-BEDC-10D0A6A8BBE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92357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AEB5BB-ED84-B5DF-36A8-AB61A8D736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78" y="-197360"/>
            <a:ext cx="11394407" cy="705536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D129D3A-06E9-0117-5B98-5E6DA9670C05}"/>
              </a:ext>
            </a:extLst>
          </p:cNvPr>
          <p:cNvSpPr/>
          <p:nvPr/>
        </p:nvSpPr>
        <p:spPr>
          <a:xfrm>
            <a:off x="3471863" y="2919413"/>
            <a:ext cx="100012" cy="123825"/>
          </a:xfrm>
          <a:prstGeom prst="rect">
            <a:avLst/>
          </a:prstGeom>
          <a:solidFill>
            <a:srgbClr val="94BD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0C9725-1D43-D64B-B887-163C2C282371}"/>
              </a:ext>
            </a:extLst>
          </p:cNvPr>
          <p:cNvSpPr/>
          <p:nvPr/>
        </p:nvSpPr>
        <p:spPr>
          <a:xfrm>
            <a:off x="8678334" y="3584449"/>
            <a:ext cx="1692888" cy="801283"/>
          </a:xfrm>
          <a:prstGeom prst="rect">
            <a:avLst/>
          </a:prstGeom>
          <a:solidFill>
            <a:srgbClr val="CCCC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WAS WAR DAS NOCHMAL?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3C06C8-57A0-84D4-65A8-8FE5E0933CA5}"/>
              </a:ext>
            </a:extLst>
          </p:cNvPr>
          <p:cNvSpPr/>
          <p:nvPr/>
        </p:nvSpPr>
        <p:spPr>
          <a:xfrm>
            <a:off x="7860632" y="5257800"/>
            <a:ext cx="3433010" cy="661737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PC</a:t>
            </a:r>
          </a:p>
          <a:p>
            <a:pPr algn="ctr"/>
            <a:r>
              <a:rPr lang="en-AU" dirty="0">
                <a:solidFill>
                  <a:schemeClr val="tx1"/>
                </a:solidFill>
              </a:rPr>
              <a:t>Control and Measurement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8866DF-E1E8-25AC-236D-886EF28FDA03}"/>
              </a:ext>
            </a:extLst>
          </p:cNvPr>
          <p:cNvSpPr/>
          <p:nvPr/>
        </p:nvSpPr>
        <p:spPr>
          <a:xfrm>
            <a:off x="2695074" y="5077326"/>
            <a:ext cx="1235242" cy="1299411"/>
          </a:xfrm>
          <a:prstGeom prst="rect">
            <a:avLst/>
          </a:prstGeom>
          <a:solidFill>
            <a:srgbClr val="94BD5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Power Supply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B9D6EB6-DBA3-E951-EA9F-C93E6A4A0DAF}"/>
              </a:ext>
            </a:extLst>
          </p:cNvPr>
          <p:cNvSpPr/>
          <p:nvPr/>
        </p:nvSpPr>
        <p:spPr>
          <a:xfrm>
            <a:off x="3324924" y="2743200"/>
            <a:ext cx="725582" cy="238125"/>
          </a:xfrm>
          <a:prstGeom prst="rect">
            <a:avLst/>
          </a:prstGeom>
          <a:solidFill>
            <a:srgbClr val="94BD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Coil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8B91B7E-2E2F-FDEC-3CD5-1B0F4BC52A01}"/>
              </a:ext>
            </a:extLst>
          </p:cNvPr>
          <p:cNvSpPr/>
          <p:nvPr/>
        </p:nvSpPr>
        <p:spPr>
          <a:xfrm>
            <a:off x="3930316" y="2952750"/>
            <a:ext cx="143848" cy="48759"/>
          </a:xfrm>
          <a:custGeom>
            <a:avLst/>
            <a:gdLst>
              <a:gd name="connsiteX0" fmla="*/ 603 w 156817"/>
              <a:gd name="connsiteY0" fmla="*/ 28575 h 55109"/>
              <a:gd name="connsiteX1" fmla="*/ 16478 w 156817"/>
              <a:gd name="connsiteY1" fmla="*/ 25400 h 55109"/>
              <a:gd name="connsiteX2" fmla="*/ 38703 w 156817"/>
              <a:gd name="connsiteY2" fmla="*/ 19050 h 55109"/>
              <a:gd name="connsiteX3" fmla="*/ 73628 w 156817"/>
              <a:gd name="connsiteY3" fmla="*/ 12700 h 55109"/>
              <a:gd name="connsiteX4" fmla="*/ 99028 w 156817"/>
              <a:gd name="connsiteY4" fmla="*/ 6350 h 55109"/>
              <a:gd name="connsiteX5" fmla="*/ 140303 w 156817"/>
              <a:gd name="connsiteY5" fmla="*/ 0 h 55109"/>
              <a:gd name="connsiteX6" fmla="*/ 156178 w 156817"/>
              <a:gd name="connsiteY6" fmla="*/ 19050 h 55109"/>
              <a:gd name="connsiteX7" fmla="*/ 137128 w 156817"/>
              <a:gd name="connsiteY7" fmla="*/ 31750 h 55109"/>
              <a:gd name="connsiteX8" fmla="*/ 73628 w 156817"/>
              <a:gd name="connsiteY8" fmla="*/ 44450 h 55109"/>
              <a:gd name="connsiteX9" fmla="*/ 38703 w 156817"/>
              <a:gd name="connsiteY9" fmla="*/ 53975 h 55109"/>
              <a:gd name="connsiteX10" fmla="*/ 603 w 156817"/>
              <a:gd name="connsiteY10" fmla="*/ 28575 h 55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56817" h="55109">
                <a:moveTo>
                  <a:pt x="603" y="28575"/>
                </a:moveTo>
                <a:cubicBezTo>
                  <a:pt x="-3101" y="23813"/>
                  <a:pt x="11243" y="26709"/>
                  <a:pt x="16478" y="25400"/>
                </a:cubicBezTo>
                <a:cubicBezTo>
                  <a:pt x="40687" y="19348"/>
                  <a:pt x="9009" y="24989"/>
                  <a:pt x="38703" y="19050"/>
                </a:cubicBezTo>
                <a:cubicBezTo>
                  <a:pt x="50306" y="16729"/>
                  <a:pt x="62049" y="15138"/>
                  <a:pt x="73628" y="12700"/>
                </a:cubicBezTo>
                <a:cubicBezTo>
                  <a:pt x="82168" y="10902"/>
                  <a:pt x="90494" y="8179"/>
                  <a:pt x="99028" y="6350"/>
                </a:cubicBezTo>
                <a:cubicBezTo>
                  <a:pt x="107839" y="4462"/>
                  <a:pt x="132189" y="1159"/>
                  <a:pt x="140303" y="0"/>
                </a:cubicBezTo>
                <a:cubicBezTo>
                  <a:pt x="144023" y="2480"/>
                  <a:pt x="160206" y="10993"/>
                  <a:pt x="156178" y="19050"/>
                </a:cubicBezTo>
                <a:cubicBezTo>
                  <a:pt x="152765" y="25876"/>
                  <a:pt x="144241" y="28984"/>
                  <a:pt x="137128" y="31750"/>
                </a:cubicBezTo>
                <a:cubicBezTo>
                  <a:pt x="115160" y="40293"/>
                  <a:pt x="96108" y="41640"/>
                  <a:pt x="73628" y="44450"/>
                </a:cubicBezTo>
                <a:cubicBezTo>
                  <a:pt x="48677" y="56925"/>
                  <a:pt x="74401" y="45737"/>
                  <a:pt x="38703" y="53975"/>
                </a:cubicBezTo>
                <a:cubicBezTo>
                  <a:pt x="8286" y="60994"/>
                  <a:pt x="4307" y="33337"/>
                  <a:pt x="603" y="28575"/>
                </a:cubicBezTo>
                <a:close/>
              </a:path>
            </a:pathLst>
          </a:custGeom>
          <a:solidFill>
            <a:srgbClr val="E33B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DEB147-FDB5-25EF-B5BA-A97A1AFF8B86}"/>
              </a:ext>
            </a:extLst>
          </p:cNvPr>
          <p:cNvSpPr/>
          <p:nvPr/>
        </p:nvSpPr>
        <p:spPr>
          <a:xfrm>
            <a:off x="5859238" y="2650143"/>
            <a:ext cx="887722" cy="351366"/>
          </a:xfrm>
          <a:prstGeom prst="rect">
            <a:avLst/>
          </a:prstGeom>
          <a:solidFill>
            <a:srgbClr val="94BD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Coil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12E1264-6B4B-29E8-5C2F-DF6F4307BF49}"/>
              </a:ext>
            </a:extLst>
          </p:cNvPr>
          <p:cNvSpPr/>
          <p:nvPr/>
        </p:nvSpPr>
        <p:spPr>
          <a:xfrm>
            <a:off x="2116666" y="355600"/>
            <a:ext cx="1744134" cy="353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rgbClr val="FF0000"/>
                </a:solidFill>
              </a:rPr>
              <a:t>Coaxial cable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37ABC9-41A4-9D8D-B4CB-3E9FE94C9868}"/>
              </a:ext>
            </a:extLst>
          </p:cNvPr>
          <p:cNvSpPr/>
          <p:nvPr/>
        </p:nvSpPr>
        <p:spPr>
          <a:xfrm>
            <a:off x="1459832" y="926168"/>
            <a:ext cx="1633175" cy="724831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VNA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1F6B408-81D6-6C37-ACAE-2256CB693A92}"/>
              </a:ext>
            </a:extLst>
          </p:cNvPr>
          <p:cNvSpPr/>
          <p:nvPr/>
        </p:nvSpPr>
        <p:spPr>
          <a:xfrm>
            <a:off x="5486704" y="1146302"/>
            <a:ext cx="745067" cy="7248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2DD8C6-3C33-5774-1310-FD94694C44E5}"/>
              </a:ext>
            </a:extLst>
          </p:cNvPr>
          <p:cNvSpPr/>
          <p:nvPr/>
        </p:nvSpPr>
        <p:spPr>
          <a:xfrm>
            <a:off x="941721" y="2227919"/>
            <a:ext cx="1403545" cy="7248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accent6">
                    <a:lumMod val="50000"/>
                  </a:schemeClr>
                </a:solidFill>
              </a:rPr>
              <a:t>Coplanar waveguide (CPW)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F825858-B3AD-A6FF-C360-160C1112C980}"/>
              </a:ext>
            </a:extLst>
          </p:cNvPr>
          <p:cNvSpPr/>
          <p:nvPr/>
        </p:nvSpPr>
        <p:spPr>
          <a:xfrm>
            <a:off x="1087298" y="1737267"/>
            <a:ext cx="1257968" cy="4566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Pole piece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3878841-C82B-E50F-0A9E-4D0C7FEF9573}"/>
              </a:ext>
            </a:extLst>
          </p:cNvPr>
          <p:cNvSpPr/>
          <p:nvPr/>
        </p:nvSpPr>
        <p:spPr>
          <a:xfrm>
            <a:off x="740165" y="3330320"/>
            <a:ext cx="1605101" cy="657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rgbClr val="FF0000"/>
                </a:solidFill>
              </a:rPr>
              <a:t>Modulation coil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B895AE5-25C7-FDDF-9A82-D1DFD3E671D2}"/>
              </a:ext>
            </a:extLst>
          </p:cNvPr>
          <p:cNvSpPr/>
          <p:nvPr/>
        </p:nvSpPr>
        <p:spPr>
          <a:xfrm>
            <a:off x="8654717" y="1566182"/>
            <a:ext cx="506216" cy="304951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In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60FE2EF-7FA9-F06F-B818-FAECFD80BC2D}"/>
              </a:ext>
            </a:extLst>
          </p:cNvPr>
          <p:cNvSpPr/>
          <p:nvPr/>
        </p:nvSpPr>
        <p:spPr>
          <a:xfrm>
            <a:off x="9160932" y="2690989"/>
            <a:ext cx="887721" cy="304951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Ref out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D2FE95-9681-1D5A-EB73-C4F9E92120C4}"/>
              </a:ext>
            </a:extLst>
          </p:cNvPr>
          <p:cNvSpPr/>
          <p:nvPr/>
        </p:nvSpPr>
        <p:spPr>
          <a:xfrm>
            <a:off x="8823006" y="1895373"/>
            <a:ext cx="1403544" cy="724831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Lock-in amplifier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DE41CB9-A5EC-B57C-19F9-5E391EA0776F}"/>
              </a:ext>
            </a:extLst>
          </p:cNvPr>
          <p:cNvSpPr/>
          <p:nvPr/>
        </p:nvSpPr>
        <p:spPr>
          <a:xfrm>
            <a:off x="9822670" y="1584791"/>
            <a:ext cx="548551" cy="304951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Out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429B36A-D763-43B5-8AE2-53A933F66CFD}"/>
              </a:ext>
            </a:extLst>
          </p:cNvPr>
          <p:cNvSpPr/>
          <p:nvPr/>
        </p:nvSpPr>
        <p:spPr>
          <a:xfrm>
            <a:off x="4538438" y="3301935"/>
            <a:ext cx="948266" cy="2541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rgbClr val="0666CC"/>
                </a:solidFill>
              </a:rPr>
              <a:t>Sample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613C86F-1AA2-39C2-7C62-57578BC9A124}"/>
              </a:ext>
            </a:extLst>
          </p:cNvPr>
          <p:cNvSpPr/>
          <p:nvPr/>
        </p:nvSpPr>
        <p:spPr>
          <a:xfrm>
            <a:off x="7002238" y="693251"/>
            <a:ext cx="1125762" cy="724831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Gauss Meter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85C7E9D-9380-8EAF-6E4A-A68C13F286A8}"/>
              </a:ext>
            </a:extLst>
          </p:cNvPr>
          <p:cNvSpPr/>
          <p:nvPr/>
        </p:nvSpPr>
        <p:spPr>
          <a:xfrm>
            <a:off x="9050726" y="421471"/>
            <a:ext cx="1320495" cy="7248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>
                <a:solidFill>
                  <a:schemeClr val="tx1"/>
                </a:solidFill>
              </a:rPr>
              <a:t>Schottky diode</a:t>
            </a:r>
          </a:p>
        </p:txBody>
      </p:sp>
    </p:spTree>
    <p:extLst>
      <p:ext uri="{BB962C8B-B14F-4D97-AF65-F5344CB8AC3E}">
        <p14:creationId xmlns:p14="http://schemas.microsoft.com/office/powerpoint/2010/main" val="1848858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FA75C-ECA4-3D40-8981-8AA8F5797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DC43BC2-D319-5AFA-DB1D-C13DDF2B0E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110" y="561793"/>
            <a:ext cx="7236670" cy="5734414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732EFD5-4847-AE4D-D04A-4052A0868513}"/>
              </a:ext>
            </a:extLst>
          </p:cNvPr>
          <p:cNvSpPr/>
          <p:nvPr/>
        </p:nvSpPr>
        <p:spPr>
          <a:xfrm>
            <a:off x="2254469" y="2853558"/>
            <a:ext cx="2869324" cy="57544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tx1"/>
                </a:solidFill>
              </a:rPr>
              <a:t>Dose in 100 µC/cm² :</a:t>
            </a:r>
          </a:p>
        </p:txBody>
      </p:sp>
    </p:spTree>
    <p:extLst>
      <p:ext uri="{BB962C8B-B14F-4D97-AF65-F5344CB8AC3E}">
        <p14:creationId xmlns:p14="http://schemas.microsoft.com/office/powerpoint/2010/main" val="7210875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01B82-3928-5EA4-8BF1-CF6337BC5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DB7BC-D6E0-AD91-8590-295330BE6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772473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44</Words>
  <Application>Microsoft Office PowerPoint</Application>
  <PresentationFormat>Widescreen</PresentationFormat>
  <Paragraphs>20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 Burg</dc:creator>
  <cp:lastModifiedBy>Alex Burg</cp:lastModifiedBy>
  <cp:revision>1</cp:revision>
  <dcterms:created xsi:type="dcterms:W3CDTF">2025-08-22T20:04:05Z</dcterms:created>
  <dcterms:modified xsi:type="dcterms:W3CDTF">2025-08-22T20:17:53Z</dcterms:modified>
</cp:coreProperties>
</file>